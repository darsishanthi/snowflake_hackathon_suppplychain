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29100" y="600420"/>
            <a:ext cx="8485800" cy="429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55000"/>
              <a:buFont typeface="Arial"/>
              <a:buNone/>
            </a:pPr>
            <a:r>
              <a:rPr b="1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Submission Guidelines:</a:t>
            </a:r>
            <a:br>
              <a:rPr b="1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1" lang="en-GB" sz="1442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(Things to add on the submission deck)</a:t>
            </a:r>
            <a:endParaRPr b="1" i="1" sz="1442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55000"/>
              <a:buFont typeface="Arial"/>
              <a:buNone/>
            </a:pPr>
            <a:r>
              <a:rPr b="1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1. Problem Brief</a:t>
            </a:r>
            <a:endParaRPr b="1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What real business problem does this solve?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Who is the target user/persona?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What is the current pain point and how does this improve it?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Industry/domain context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55000"/>
              <a:buFont typeface="Arial"/>
              <a:buNone/>
            </a:pPr>
            <a:r>
              <a:rPr b="1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2. Architecture Diagram</a:t>
            </a:r>
            <a:endParaRPr b="1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System design showing data flow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Which CoCo CLI skills are used and how they connect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Data sources (structured/unstructured)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How modular components plug together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3. Impact Statement</a:t>
            </a:r>
            <a:endParaRPr b="1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Measurable outcomes (time saved, accuracy improvement, etc.)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Scalability potential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12293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b="0" i="0" lang="en-GB" sz="17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How this extends beyond the demo</a:t>
            </a:r>
            <a:endParaRPr b="0" i="0" sz="1700" u="none" cap="none" strike="noStrike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15900" y="4478850"/>
            <a:ext cx="8512200" cy="5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i="1" lang="en-GB" sz="9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Additional Slide</a:t>
            </a:r>
            <a:endParaRPr b="0" i="1" sz="600" u="none" cap="none" strike="noStrike"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